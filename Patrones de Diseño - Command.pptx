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6" r:id="rId5"/>
    <p:sldId id="267" r:id="rId6"/>
    <p:sldId id="264" r:id="rId7"/>
    <p:sldId id="265" r:id="rId8"/>
    <p:sldId id="268" r:id="rId9"/>
    <p:sldId id="260" r:id="rId10"/>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7A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D1CF80-80CD-47BF-830E-2268B2EFD8BC}" v="12" dt="2026-09-24T13:14:45.9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59" d="100"/>
          <a:sy n="59" d="100"/>
        </p:scale>
        <p:origin x="96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Cañola" userId="ff014f80d09855e1" providerId="LiveId" clId="{0BC97FBB-97A7-4E5F-B267-7D726E8FA8CD}"/>
    <pc:docChg chg="undo custSel addSld delSld modSld sldOrd">
      <pc:chgData name="Thomas Cañola" userId="ff014f80d09855e1" providerId="LiveId" clId="{0BC97FBB-97A7-4E5F-B267-7D726E8FA8CD}" dt="2026-09-24T13:14:51.943" v="497" actId="1076"/>
      <pc:docMkLst>
        <pc:docMk/>
      </pc:docMkLst>
      <pc:sldChg chg="addSp delSp modSp mod">
        <pc:chgData name="Thomas Cañola" userId="ff014f80d09855e1" providerId="LiveId" clId="{0BC97FBB-97A7-4E5F-B267-7D726E8FA8CD}" dt="2026-09-15T15:45:41.849" v="163" actId="1076"/>
        <pc:sldMkLst>
          <pc:docMk/>
          <pc:sldMk cId="259367394" sldId="256"/>
        </pc:sldMkLst>
        <pc:spChg chg="mod">
          <ac:chgData name="Thomas Cañola" userId="ff014f80d09855e1" providerId="LiveId" clId="{0BC97FBB-97A7-4E5F-B267-7D726E8FA8CD}" dt="2026-09-15T15:45:28.980" v="161" actId="1076"/>
          <ac:spMkLst>
            <pc:docMk/>
            <pc:sldMk cId="259367394" sldId="256"/>
            <ac:spMk id="4" creationId="{C7BFA4CA-B9E0-46E2-7D90-68EC6C9199D2}"/>
          </ac:spMkLst>
        </pc:spChg>
        <pc:spChg chg="add del mod">
          <ac:chgData name="Thomas Cañola" userId="ff014f80d09855e1" providerId="LiveId" clId="{0BC97FBB-97A7-4E5F-B267-7D726E8FA8CD}" dt="2026-09-15T15:45:41.849" v="163" actId="1076"/>
          <ac:spMkLst>
            <pc:docMk/>
            <pc:sldMk cId="259367394" sldId="256"/>
            <ac:spMk id="5" creationId="{E520E6A6-0A78-F7F3-8D6A-6DF0810D021B}"/>
          </ac:spMkLst>
        </pc:spChg>
      </pc:sldChg>
      <pc:sldChg chg="addSp delSp modSp mod">
        <pc:chgData name="Thomas Cañola" userId="ff014f80d09855e1" providerId="LiveId" clId="{0BC97FBB-97A7-4E5F-B267-7D726E8FA8CD}" dt="2026-09-15T15:50:47.518" v="222" actId="113"/>
        <pc:sldMkLst>
          <pc:docMk/>
          <pc:sldMk cId="2612851917" sldId="257"/>
        </pc:sldMkLst>
        <pc:spChg chg="add mod">
          <ac:chgData name="Thomas Cañola" userId="ff014f80d09855e1" providerId="LiveId" clId="{0BC97FBB-97A7-4E5F-B267-7D726E8FA8CD}" dt="2026-09-15T15:50:47.518" v="222" actId="113"/>
          <ac:spMkLst>
            <pc:docMk/>
            <pc:sldMk cId="2612851917" sldId="257"/>
            <ac:spMk id="3" creationId="{2F830EC3-680B-C498-6B9B-BEE0702FFBE0}"/>
          </ac:spMkLst>
        </pc:spChg>
      </pc:sldChg>
      <pc:sldChg chg="addSp delSp modSp mod">
        <pc:chgData name="Thomas Cañola" userId="ff014f80d09855e1" providerId="LiveId" clId="{0BC97FBB-97A7-4E5F-B267-7D726E8FA8CD}" dt="2026-09-24T12:37:41.641" v="400" actId="1076"/>
        <pc:sldMkLst>
          <pc:docMk/>
          <pc:sldMk cId="336799566" sldId="258"/>
        </pc:sldMkLst>
        <pc:spChg chg="add mod">
          <ac:chgData name="Thomas Cañola" userId="ff014f80d09855e1" providerId="LiveId" clId="{0BC97FBB-97A7-4E5F-B267-7D726E8FA8CD}" dt="2026-09-24T12:37:26.932" v="396" actId="1076"/>
          <ac:spMkLst>
            <pc:docMk/>
            <pc:sldMk cId="336799566" sldId="258"/>
            <ac:spMk id="3" creationId="{1853E88A-8F06-C75D-E6D3-AD62A7A45651}"/>
          </ac:spMkLst>
        </pc:spChg>
        <pc:spChg chg="mod">
          <ac:chgData name="Thomas Cañola" userId="ff014f80d09855e1" providerId="LiveId" clId="{0BC97FBB-97A7-4E5F-B267-7D726E8FA8CD}" dt="2026-09-15T15:50:56.010" v="223" actId="14100"/>
          <ac:spMkLst>
            <pc:docMk/>
            <pc:sldMk cId="336799566" sldId="258"/>
            <ac:spMk id="4" creationId="{4D8419F5-F7AA-3295-505E-D923FC4EBEDC}"/>
          </ac:spMkLst>
        </pc:spChg>
        <pc:picChg chg="add mod">
          <ac:chgData name="Thomas Cañola" userId="ff014f80d09855e1" providerId="LiveId" clId="{0BC97FBB-97A7-4E5F-B267-7D726E8FA8CD}" dt="2026-09-24T12:37:41.641" v="400" actId="1076"/>
          <ac:picMkLst>
            <pc:docMk/>
            <pc:sldMk cId="336799566" sldId="258"/>
            <ac:picMk id="5" creationId="{CF1C11BE-578D-C7DD-D97F-00B5A66C4FBD}"/>
          </ac:picMkLst>
        </pc:picChg>
      </pc:sldChg>
      <pc:sldChg chg="del">
        <pc:chgData name="Thomas Cañola" userId="ff014f80d09855e1" providerId="LiveId" clId="{0BC97FBB-97A7-4E5F-B267-7D726E8FA8CD}" dt="2026-09-24T12:32:53.962" v="281" actId="2696"/>
        <pc:sldMkLst>
          <pc:docMk/>
          <pc:sldMk cId="214070284" sldId="259"/>
        </pc:sldMkLst>
      </pc:sldChg>
      <pc:sldChg chg="del">
        <pc:chgData name="Thomas Cañola" userId="ff014f80d09855e1" providerId="LiveId" clId="{0BC97FBB-97A7-4E5F-B267-7D726E8FA8CD}" dt="2026-09-24T12:32:44.573" v="278" actId="2696"/>
        <pc:sldMkLst>
          <pc:docMk/>
          <pc:sldMk cId="2584817449" sldId="261"/>
        </pc:sldMkLst>
      </pc:sldChg>
      <pc:sldChg chg="del">
        <pc:chgData name="Thomas Cañola" userId="ff014f80d09855e1" providerId="LiveId" clId="{0BC97FBB-97A7-4E5F-B267-7D726E8FA8CD}" dt="2026-09-24T12:32:50.401" v="280" actId="2696"/>
        <pc:sldMkLst>
          <pc:docMk/>
          <pc:sldMk cId="2487284922" sldId="262"/>
        </pc:sldMkLst>
      </pc:sldChg>
      <pc:sldChg chg="del">
        <pc:chgData name="Thomas Cañola" userId="ff014f80d09855e1" providerId="LiveId" clId="{0BC97FBB-97A7-4E5F-B267-7D726E8FA8CD}" dt="2026-09-24T12:32:47.637" v="279" actId="2696"/>
        <pc:sldMkLst>
          <pc:docMk/>
          <pc:sldMk cId="2710673203" sldId="263"/>
        </pc:sldMkLst>
      </pc:sldChg>
      <pc:sldChg chg="modSp mod">
        <pc:chgData name="Thomas Cañola" userId="ff014f80d09855e1" providerId="LiveId" clId="{0BC97FBB-97A7-4E5F-B267-7D726E8FA8CD}" dt="2026-09-24T12:33:32.675" v="310" actId="123"/>
        <pc:sldMkLst>
          <pc:docMk/>
          <pc:sldMk cId="3466695680" sldId="264"/>
        </pc:sldMkLst>
        <pc:spChg chg="mod">
          <ac:chgData name="Thomas Cañola" userId="ff014f80d09855e1" providerId="LiveId" clId="{0BC97FBB-97A7-4E5F-B267-7D726E8FA8CD}" dt="2026-09-24T12:33:18.431" v="306" actId="20577"/>
          <ac:spMkLst>
            <pc:docMk/>
            <pc:sldMk cId="3466695680" sldId="264"/>
            <ac:spMk id="4" creationId="{2A8437C8-064B-1C89-DEA4-FB64528FE8FF}"/>
          </ac:spMkLst>
        </pc:spChg>
        <pc:spChg chg="mod">
          <ac:chgData name="Thomas Cañola" userId="ff014f80d09855e1" providerId="LiveId" clId="{0BC97FBB-97A7-4E5F-B267-7D726E8FA8CD}" dt="2026-09-24T12:33:32.675" v="310" actId="123"/>
          <ac:spMkLst>
            <pc:docMk/>
            <pc:sldMk cId="3466695680" sldId="264"/>
            <ac:spMk id="5" creationId="{4D7A28F3-511B-F9E8-8AE6-4931DABCF9B0}"/>
          </ac:spMkLst>
        </pc:spChg>
      </pc:sldChg>
      <pc:sldChg chg="delSp modSp mod">
        <pc:chgData name="Thomas Cañola" userId="ff014f80d09855e1" providerId="LiveId" clId="{0BC97FBB-97A7-4E5F-B267-7D726E8FA8CD}" dt="2026-09-24T12:34:13.382" v="375" actId="122"/>
        <pc:sldMkLst>
          <pc:docMk/>
          <pc:sldMk cId="1793691565" sldId="265"/>
        </pc:sldMkLst>
        <pc:spChg chg="mod">
          <ac:chgData name="Thomas Cañola" userId="ff014f80d09855e1" providerId="LiveId" clId="{0BC97FBB-97A7-4E5F-B267-7D726E8FA8CD}" dt="2026-09-24T12:34:13.382" v="375" actId="122"/>
          <ac:spMkLst>
            <pc:docMk/>
            <pc:sldMk cId="1793691565" sldId="265"/>
            <ac:spMk id="4" creationId="{583FBDEA-47B6-885C-3426-9E398BBDC5C6}"/>
          </ac:spMkLst>
        </pc:spChg>
        <pc:spChg chg="del">
          <ac:chgData name="Thomas Cañola" userId="ff014f80d09855e1" providerId="LiveId" clId="{0BC97FBB-97A7-4E5F-B267-7D726E8FA8CD}" dt="2026-09-24T12:33:47.863" v="311" actId="478"/>
          <ac:spMkLst>
            <pc:docMk/>
            <pc:sldMk cId="1793691565" sldId="265"/>
            <ac:spMk id="5" creationId="{7AA4DE56-58FB-FE00-971A-6D0FD8E85344}"/>
          </ac:spMkLst>
        </pc:spChg>
      </pc:sldChg>
      <pc:sldChg chg="addSp delSp modSp mod">
        <pc:chgData name="Thomas Cañola" userId="ff014f80d09855e1" providerId="LiveId" clId="{0BC97FBB-97A7-4E5F-B267-7D726E8FA8CD}" dt="2026-09-24T12:43:59.012" v="437" actId="14100"/>
        <pc:sldMkLst>
          <pc:docMk/>
          <pc:sldMk cId="1587966246" sldId="266"/>
        </pc:sldMkLst>
        <pc:spChg chg="mod">
          <ac:chgData name="Thomas Cañola" userId="ff014f80d09855e1" providerId="LiveId" clId="{0BC97FBB-97A7-4E5F-B267-7D726E8FA8CD}" dt="2026-09-24T12:26:19.948" v="271" actId="20577"/>
          <ac:spMkLst>
            <pc:docMk/>
            <pc:sldMk cId="1587966246" sldId="266"/>
            <ac:spMk id="4" creationId="{B3704448-0E4D-5078-B8A1-8B4CFE784D62}"/>
          </ac:spMkLst>
        </pc:spChg>
        <pc:spChg chg="mod">
          <ac:chgData name="Thomas Cañola" userId="ff014f80d09855e1" providerId="LiveId" clId="{0BC97FBB-97A7-4E5F-B267-7D726E8FA8CD}" dt="2026-09-24T12:39:02.357" v="402" actId="1076"/>
          <ac:spMkLst>
            <pc:docMk/>
            <pc:sldMk cId="1587966246" sldId="266"/>
            <ac:spMk id="5" creationId="{41314DCA-441C-CDFB-280E-D3680F502907}"/>
          </ac:spMkLst>
        </pc:spChg>
        <pc:picChg chg="add del mod">
          <ac:chgData name="Thomas Cañola" userId="ff014f80d09855e1" providerId="LiveId" clId="{0BC97FBB-97A7-4E5F-B267-7D726E8FA8CD}" dt="2026-09-24T12:36:51.146" v="389" actId="22"/>
          <ac:picMkLst>
            <pc:docMk/>
            <pc:sldMk cId="1587966246" sldId="266"/>
            <ac:picMk id="3" creationId="{2AD238D4-1719-8318-3D4D-FBA82DBC8362}"/>
          </ac:picMkLst>
        </pc:picChg>
        <pc:picChg chg="add del mod">
          <ac:chgData name="Thomas Cañola" userId="ff014f80d09855e1" providerId="LiveId" clId="{0BC97FBB-97A7-4E5F-B267-7D726E8FA8CD}" dt="2026-09-24T12:40:54.985" v="415" actId="478"/>
          <ac:picMkLst>
            <pc:docMk/>
            <pc:sldMk cId="1587966246" sldId="266"/>
            <ac:picMk id="7" creationId="{FD8EE6F5-2D74-7446-B0D8-8BD2E075DB6F}"/>
          </ac:picMkLst>
        </pc:picChg>
        <pc:picChg chg="add del mod">
          <ac:chgData name="Thomas Cañola" userId="ff014f80d09855e1" providerId="LiveId" clId="{0BC97FBB-97A7-4E5F-B267-7D726E8FA8CD}" dt="2026-09-24T12:40:56.195" v="416" actId="478"/>
          <ac:picMkLst>
            <pc:docMk/>
            <pc:sldMk cId="1587966246" sldId="266"/>
            <ac:picMk id="9" creationId="{9CAA7F0A-8A39-E50C-8F89-10FB111CE566}"/>
          </ac:picMkLst>
        </pc:picChg>
        <pc:picChg chg="add mod">
          <ac:chgData name="Thomas Cañola" userId="ff014f80d09855e1" providerId="LiveId" clId="{0BC97FBB-97A7-4E5F-B267-7D726E8FA8CD}" dt="2026-09-24T12:43:45.414" v="434" actId="1076"/>
          <ac:picMkLst>
            <pc:docMk/>
            <pc:sldMk cId="1587966246" sldId="266"/>
            <ac:picMk id="11" creationId="{FC3D520B-70A9-A42D-6169-FDB55B715114}"/>
          </ac:picMkLst>
        </pc:picChg>
        <pc:picChg chg="add mod">
          <ac:chgData name="Thomas Cañola" userId="ff014f80d09855e1" providerId="LiveId" clId="{0BC97FBB-97A7-4E5F-B267-7D726E8FA8CD}" dt="2026-09-24T12:43:47.534" v="435" actId="1076"/>
          <ac:picMkLst>
            <pc:docMk/>
            <pc:sldMk cId="1587966246" sldId="266"/>
            <ac:picMk id="13" creationId="{2504324A-D1E5-FE2A-F392-5F9AB1485B38}"/>
          </ac:picMkLst>
        </pc:picChg>
        <pc:picChg chg="add mod">
          <ac:chgData name="Thomas Cañola" userId="ff014f80d09855e1" providerId="LiveId" clId="{0BC97FBB-97A7-4E5F-B267-7D726E8FA8CD}" dt="2026-09-24T12:43:59.012" v="437" actId="14100"/>
          <ac:picMkLst>
            <pc:docMk/>
            <pc:sldMk cId="1587966246" sldId="266"/>
            <ac:picMk id="15" creationId="{41B749A2-6223-355D-37DD-6BAB670EFC44}"/>
          </ac:picMkLst>
        </pc:picChg>
      </pc:sldChg>
      <pc:sldChg chg="addSp delSp modSp add mod setBg">
        <pc:chgData name="Thomas Cañola" userId="ff014f80d09855e1" providerId="LiveId" clId="{0BC97FBB-97A7-4E5F-B267-7D726E8FA8CD}" dt="2026-09-24T12:50:08.575" v="470" actId="1076"/>
        <pc:sldMkLst>
          <pc:docMk/>
          <pc:sldMk cId="3978944795" sldId="267"/>
        </pc:sldMkLst>
        <pc:spChg chg="mod">
          <ac:chgData name="Thomas Cañola" userId="ff014f80d09855e1" providerId="LiveId" clId="{0BC97FBB-97A7-4E5F-B267-7D726E8FA8CD}" dt="2026-09-24T12:49:55.538" v="467" actId="1076"/>
          <ac:spMkLst>
            <pc:docMk/>
            <pc:sldMk cId="3978944795" sldId="267"/>
            <ac:spMk id="4" creationId="{64C69B50-29DE-CFED-0866-B1A4365B649D}"/>
          </ac:spMkLst>
        </pc:spChg>
        <pc:spChg chg="del mod">
          <ac:chgData name="Thomas Cañola" userId="ff014f80d09855e1" providerId="LiveId" clId="{0BC97FBB-97A7-4E5F-B267-7D726E8FA8CD}" dt="2026-09-24T12:49:57.357" v="468" actId="478"/>
          <ac:spMkLst>
            <pc:docMk/>
            <pc:sldMk cId="3978944795" sldId="267"/>
            <ac:spMk id="5" creationId="{F031CDC1-57A8-E265-8FCB-F086CEFD88FF}"/>
          </ac:spMkLst>
        </pc:spChg>
        <pc:spChg chg="add del">
          <ac:chgData name="Thomas Cañola" userId="ff014f80d09855e1" providerId="LiveId" clId="{0BC97FBB-97A7-4E5F-B267-7D726E8FA8CD}" dt="2026-09-24T12:49:39.137" v="464" actId="26606"/>
          <ac:spMkLst>
            <pc:docMk/>
            <pc:sldMk cId="3978944795" sldId="267"/>
            <ac:spMk id="10" creationId="{7B1AB9FE-36F5-4FD1-9850-DB5C5AD4828F}"/>
          </ac:spMkLst>
        </pc:spChg>
        <pc:spChg chg="add del">
          <ac:chgData name="Thomas Cañola" userId="ff014f80d09855e1" providerId="LiveId" clId="{0BC97FBB-97A7-4E5F-B267-7D726E8FA8CD}" dt="2026-09-24T12:49:39.137" v="464" actId="26606"/>
          <ac:spMkLst>
            <pc:docMk/>
            <pc:sldMk cId="3978944795" sldId="267"/>
            <ac:spMk id="12" creationId="{F489C2E0-4895-4B72-85EA-7EE9FAFFDC7E}"/>
          </ac:spMkLst>
        </pc:spChg>
        <pc:picChg chg="add mod ord">
          <ac:chgData name="Thomas Cañola" userId="ff014f80d09855e1" providerId="LiveId" clId="{0BC97FBB-97A7-4E5F-B267-7D726E8FA8CD}" dt="2026-09-24T12:50:08.575" v="470" actId="1076"/>
          <ac:picMkLst>
            <pc:docMk/>
            <pc:sldMk cId="3978944795" sldId="267"/>
            <ac:picMk id="3" creationId="{AE922064-F9CC-9140-3F55-CFB10386A2A7}"/>
          </ac:picMkLst>
        </pc:picChg>
        <pc:picChg chg="del">
          <ac:chgData name="Thomas Cañola" userId="ff014f80d09855e1" providerId="LiveId" clId="{0BC97FBB-97A7-4E5F-B267-7D726E8FA8CD}" dt="2026-09-24T12:49:04.604" v="459" actId="478"/>
          <ac:picMkLst>
            <pc:docMk/>
            <pc:sldMk cId="3978944795" sldId="267"/>
            <ac:picMk id="11" creationId="{74A13C7A-CAF3-73BA-146B-92F0089DBCC3}"/>
          </ac:picMkLst>
        </pc:picChg>
        <pc:picChg chg="del">
          <ac:chgData name="Thomas Cañola" userId="ff014f80d09855e1" providerId="LiveId" clId="{0BC97FBB-97A7-4E5F-B267-7D726E8FA8CD}" dt="2026-09-24T12:49:05.435" v="460" actId="478"/>
          <ac:picMkLst>
            <pc:docMk/>
            <pc:sldMk cId="3978944795" sldId="267"/>
            <ac:picMk id="13" creationId="{422F850F-7793-8FFF-EA60-9D55FF5804CA}"/>
          </ac:picMkLst>
        </pc:picChg>
        <pc:picChg chg="del">
          <ac:chgData name="Thomas Cañola" userId="ff014f80d09855e1" providerId="LiveId" clId="{0BC97FBB-97A7-4E5F-B267-7D726E8FA8CD}" dt="2026-09-24T12:49:06.733" v="461" actId="478"/>
          <ac:picMkLst>
            <pc:docMk/>
            <pc:sldMk cId="3978944795" sldId="267"/>
            <ac:picMk id="15" creationId="{B903AF60-BB6E-BA41-E737-FBAE3C07B0C7}"/>
          </ac:picMkLst>
        </pc:picChg>
      </pc:sldChg>
      <pc:sldChg chg="modSp add mod ord">
        <pc:chgData name="Thomas Cañola" userId="ff014f80d09855e1" providerId="LiveId" clId="{0BC97FBB-97A7-4E5F-B267-7D726E8FA8CD}" dt="2026-09-24T13:14:51.943" v="497" actId="1076"/>
        <pc:sldMkLst>
          <pc:docMk/>
          <pc:sldMk cId="2625267155" sldId="268"/>
        </pc:sldMkLst>
        <pc:spChg chg="mod">
          <ac:chgData name="Thomas Cañola" userId="ff014f80d09855e1" providerId="LiveId" clId="{0BC97FBB-97A7-4E5F-B267-7D726E8FA8CD}" dt="2026-09-24T13:14:11.004" v="487" actId="20577"/>
          <ac:spMkLst>
            <pc:docMk/>
            <pc:sldMk cId="2625267155" sldId="268"/>
            <ac:spMk id="4" creationId="{3BB6E5DC-E896-2057-600E-DCBDBDBAB2BC}"/>
          </ac:spMkLst>
        </pc:spChg>
        <pc:spChg chg="mod">
          <ac:chgData name="Thomas Cañola" userId="ff014f80d09855e1" providerId="LiveId" clId="{0BC97FBB-97A7-4E5F-B267-7D726E8FA8CD}" dt="2026-09-24T13:14:51.943" v="497" actId="1076"/>
          <ac:spMkLst>
            <pc:docMk/>
            <pc:sldMk cId="2625267155" sldId="268"/>
            <ac:spMk id="5" creationId="{2B10628E-8A75-F831-E4F1-68ADD4F1C4B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A1CD0C-2133-1BEB-B1D0-2B5BA87B051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6F66585A-B9A6-1153-1B3F-631F77B9A9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559C95B5-498E-3803-3AB8-D8181146E7AA}"/>
              </a:ext>
            </a:extLst>
          </p:cNvPr>
          <p:cNvSpPr>
            <a:spLocks noGrp="1"/>
          </p:cNvSpPr>
          <p:nvPr>
            <p:ph type="dt" sz="half" idx="10"/>
          </p:nvPr>
        </p:nvSpPr>
        <p:spPr/>
        <p:txBody>
          <a:bodyPr/>
          <a:lstStyle/>
          <a:p>
            <a:fld id="{270595B2-135B-48A5-BC21-28672747E2A0}" type="datetimeFigureOut">
              <a:rPr lang="es-CO" smtClean="0"/>
              <a:t>24/09/2026</a:t>
            </a:fld>
            <a:endParaRPr lang="es-CO"/>
          </a:p>
        </p:txBody>
      </p:sp>
      <p:sp>
        <p:nvSpPr>
          <p:cNvPr id="5" name="Marcador de pie de página 4">
            <a:extLst>
              <a:ext uri="{FF2B5EF4-FFF2-40B4-BE49-F238E27FC236}">
                <a16:creationId xmlns:a16="http://schemas.microsoft.com/office/drawing/2014/main" id="{906CE6B0-210F-8232-7203-DEA42DC07AA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B824E0D-E6C8-44AF-E902-56158D2AE9DB}"/>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779955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ED6C11-2F68-0AA4-5D2D-B5D81CA2EBF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CB5A774E-F425-9451-2AD3-69C4CA34EDB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ED38164-B509-50D7-F133-B0D241A214AD}"/>
              </a:ext>
            </a:extLst>
          </p:cNvPr>
          <p:cNvSpPr>
            <a:spLocks noGrp="1"/>
          </p:cNvSpPr>
          <p:nvPr>
            <p:ph type="dt" sz="half" idx="10"/>
          </p:nvPr>
        </p:nvSpPr>
        <p:spPr/>
        <p:txBody>
          <a:bodyPr/>
          <a:lstStyle/>
          <a:p>
            <a:fld id="{270595B2-135B-48A5-BC21-28672747E2A0}" type="datetimeFigureOut">
              <a:rPr lang="es-CO" smtClean="0"/>
              <a:t>24/09/2026</a:t>
            </a:fld>
            <a:endParaRPr lang="es-CO"/>
          </a:p>
        </p:txBody>
      </p:sp>
      <p:sp>
        <p:nvSpPr>
          <p:cNvPr id="5" name="Marcador de pie de página 4">
            <a:extLst>
              <a:ext uri="{FF2B5EF4-FFF2-40B4-BE49-F238E27FC236}">
                <a16:creationId xmlns:a16="http://schemas.microsoft.com/office/drawing/2014/main" id="{F1F201D6-698C-F87A-E87B-90B388650F0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1D4390E-5080-AE27-848F-DE99B7EE8E35}"/>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510996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81F43B-6F90-3C9A-721D-847746D813B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B2805D2-D47A-E1C0-302A-7BB9D046EE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71E4870-6C61-F8D6-F30F-159BDEB9ABED}"/>
              </a:ext>
            </a:extLst>
          </p:cNvPr>
          <p:cNvSpPr>
            <a:spLocks noGrp="1"/>
          </p:cNvSpPr>
          <p:nvPr>
            <p:ph type="dt" sz="half" idx="10"/>
          </p:nvPr>
        </p:nvSpPr>
        <p:spPr/>
        <p:txBody>
          <a:bodyPr/>
          <a:lstStyle/>
          <a:p>
            <a:fld id="{270595B2-135B-48A5-BC21-28672747E2A0}" type="datetimeFigureOut">
              <a:rPr lang="es-CO" smtClean="0"/>
              <a:t>24/09/2026</a:t>
            </a:fld>
            <a:endParaRPr lang="es-CO"/>
          </a:p>
        </p:txBody>
      </p:sp>
      <p:sp>
        <p:nvSpPr>
          <p:cNvPr id="5" name="Marcador de pie de página 4">
            <a:extLst>
              <a:ext uri="{FF2B5EF4-FFF2-40B4-BE49-F238E27FC236}">
                <a16:creationId xmlns:a16="http://schemas.microsoft.com/office/drawing/2014/main" id="{9F712B1C-6462-CA09-DD85-B9A010829CA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722A97A-0F17-7FD2-212C-3029940C530E}"/>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3283719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E161EC-0316-6F85-1E61-6DBCB402877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7D347F2-FC82-C076-01DE-0936CFC4855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1B0F09E2-86C5-D68C-6770-CC9276E3077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6B5216C7-A653-7989-EBE3-82E436958419}"/>
              </a:ext>
            </a:extLst>
          </p:cNvPr>
          <p:cNvSpPr>
            <a:spLocks noGrp="1"/>
          </p:cNvSpPr>
          <p:nvPr>
            <p:ph type="dt" sz="half" idx="10"/>
          </p:nvPr>
        </p:nvSpPr>
        <p:spPr/>
        <p:txBody>
          <a:bodyPr/>
          <a:lstStyle/>
          <a:p>
            <a:fld id="{270595B2-135B-48A5-BC21-28672747E2A0}" type="datetimeFigureOut">
              <a:rPr lang="es-CO" smtClean="0"/>
              <a:t>24/09/2026</a:t>
            </a:fld>
            <a:endParaRPr lang="es-CO"/>
          </a:p>
        </p:txBody>
      </p:sp>
      <p:sp>
        <p:nvSpPr>
          <p:cNvPr id="6" name="Marcador de pie de página 5">
            <a:extLst>
              <a:ext uri="{FF2B5EF4-FFF2-40B4-BE49-F238E27FC236}">
                <a16:creationId xmlns:a16="http://schemas.microsoft.com/office/drawing/2014/main" id="{F80FA8D9-DD0C-08C2-5C81-28054EF0E9B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E3D9524B-2360-C1E7-0478-D6A0D2AE39F4}"/>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2220838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68BE79-344B-3711-264F-57C7E63A5E8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59CC3AA-8215-056C-2A41-E56566F9C0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1211A87-89E2-5D25-B2ED-57078C2B61B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9E39C36-017C-3060-41E0-299B3450A4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D890FD3-2935-8032-0EB3-1FC3B8C2E22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85CADFA3-E82F-0317-AD8F-8D23EC41A5EC}"/>
              </a:ext>
            </a:extLst>
          </p:cNvPr>
          <p:cNvSpPr>
            <a:spLocks noGrp="1"/>
          </p:cNvSpPr>
          <p:nvPr>
            <p:ph type="dt" sz="half" idx="10"/>
          </p:nvPr>
        </p:nvSpPr>
        <p:spPr/>
        <p:txBody>
          <a:bodyPr/>
          <a:lstStyle/>
          <a:p>
            <a:fld id="{270595B2-135B-48A5-BC21-28672747E2A0}" type="datetimeFigureOut">
              <a:rPr lang="es-CO" smtClean="0"/>
              <a:t>24/09/2026</a:t>
            </a:fld>
            <a:endParaRPr lang="es-CO"/>
          </a:p>
        </p:txBody>
      </p:sp>
      <p:sp>
        <p:nvSpPr>
          <p:cNvPr id="8" name="Marcador de pie de página 7">
            <a:extLst>
              <a:ext uri="{FF2B5EF4-FFF2-40B4-BE49-F238E27FC236}">
                <a16:creationId xmlns:a16="http://schemas.microsoft.com/office/drawing/2014/main" id="{EC88C78A-5B6C-10FA-EDF0-695E7063D26F}"/>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ADB40355-4549-A31B-969F-3574C6EDECE9}"/>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3263217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DED56A-4167-233A-B17A-4EA99DEABDF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C00ECB5D-9483-99FF-8340-A5AFB86E832D}"/>
              </a:ext>
            </a:extLst>
          </p:cNvPr>
          <p:cNvSpPr>
            <a:spLocks noGrp="1"/>
          </p:cNvSpPr>
          <p:nvPr>
            <p:ph type="dt" sz="half" idx="10"/>
          </p:nvPr>
        </p:nvSpPr>
        <p:spPr/>
        <p:txBody>
          <a:bodyPr/>
          <a:lstStyle/>
          <a:p>
            <a:fld id="{270595B2-135B-48A5-BC21-28672747E2A0}" type="datetimeFigureOut">
              <a:rPr lang="es-CO" smtClean="0"/>
              <a:t>24/09/2026</a:t>
            </a:fld>
            <a:endParaRPr lang="es-CO"/>
          </a:p>
        </p:txBody>
      </p:sp>
      <p:sp>
        <p:nvSpPr>
          <p:cNvPr id="4" name="Marcador de pie de página 3">
            <a:extLst>
              <a:ext uri="{FF2B5EF4-FFF2-40B4-BE49-F238E27FC236}">
                <a16:creationId xmlns:a16="http://schemas.microsoft.com/office/drawing/2014/main" id="{48DB8DE2-7185-0915-7BC7-2E69A4ACA265}"/>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A0A605D0-CE9B-9FAD-2423-243602F2B590}"/>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3009957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CA0CC1B-120C-0F49-D36D-BAEA60A78C85}"/>
              </a:ext>
            </a:extLst>
          </p:cNvPr>
          <p:cNvSpPr>
            <a:spLocks noGrp="1"/>
          </p:cNvSpPr>
          <p:nvPr>
            <p:ph type="dt" sz="half" idx="10"/>
          </p:nvPr>
        </p:nvSpPr>
        <p:spPr/>
        <p:txBody>
          <a:bodyPr/>
          <a:lstStyle/>
          <a:p>
            <a:fld id="{270595B2-135B-48A5-BC21-28672747E2A0}" type="datetimeFigureOut">
              <a:rPr lang="es-CO" smtClean="0"/>
              <a:t>24/09/2026</a:t>
            </a:fld>
            <a:endParaRPr lang="es-CO"/>
          </a:p>
        </p:txBody>
      </p:sp>
      <p:sp>
        <p:nvSpPr>
          <p:cNvPr id="3" name="Marcador de pie de página 2">
            <a:extLst>
              <a:ext uri="{FF2B5EF4-FFF2-40B4-BE49-F238E27FC236}">
                <a16:creationId xmlns:a16="http://schemas.microsoft.com/office/drawing/2014/main" id="{18C13FED-D615-8DC2-101D-1DF2E4E4732B}"/>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E31C7337-BFDB-B02E-ABB0-E5F83488588A}"/>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481117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3E25C8-728A-6BA2-6934-E8192C5A954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3BB3D7EC-3401-B428-49CE-0A834F8132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DE0D5D9E-91E8-3A0F-1BBA-D22CF9A402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21744F7-4977-D716-D08F-2D943793C18A}"/>
              </a:ext>
            </a:extLst>
          </p:cNvPr>
          <p:cNvSpPr>
            <a:spLocks noGrp="1"/>
          </p:cNvSpPr>
          <p:nvPr>
            <p:ph type="dt" sz="half" idx="10"/>
          </p:nvPr>
        </p:nvSpPr>
        <p:spPr/>
        <p:txBody>
          <a:bodyPr/>
          <a:lstStyle/>
          <a:p>
            <a:fld id="{270595B2-135B-48A5-BC21-28672747E2A0}" type="datetimeFigureOut">
              <a:rPr lang="es-CO" smtClean="0"/>
              <a:t>24/09/2026</a:t>
            </a:fld>
            <a:endParaRPr lang="es-CO"/>
          </a:p>
        </p:txBody>
      </p:sp>
      <p:sp>
        <p:nvSpPr>
          <p:cNvPr id="6" name="Marcador de pie de página 5">
            <a:extLst>
              <a:ext uri="{FF2B5EF4-FFF2-40B4-BE49-F238E27FC236}">
                <a16:creationId xmlns:a16="http://schemas.microsoft.com/office/drawing/2014/main" id="{4ECCF612-0764-A237-6897-F89156583D8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AE1CE97-CEF7-7A2A-C0E7-BF3ECF1BD989}"/>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3185146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1BF6FF-9D40-4E22-423A-24BCED9DC6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70AE2320-1EF8-003E-2F6F-991A9E8BE5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378EBBEE-3BC4-8972-A192-830C1E66C9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728B12D-1D38-E41C-6803-3FE1E40E5DB0}"/>
              </a:ext>
            </a:extLst>
          </p:cNvPr>
          <p:cNvSpPr>
            <a:spLocks noGrp="1"/>
          </p:cNvSpPr>
          <p:nvPr>
            <p:ph type="dt" sz="half" idx="10"/>
          </p:nvPr>
        </p:nvSpPr>
        <p:spPr/>
        <p:txBody>
          <a:bodyPr/>
          <a:lstStyle/>
          <a:p>
            <a:fld id="{270595B2-135B-48A5-BC21-28672747E2A0}" type="datetimeFigureOut">
              <a:rPr lang="es-CO" smtClean="0"/>
              <a:t>24/09/2026</a:t>
            </a:fld>
            <a:endParaRPr lang="es-CO"/>
          </a:p>
        </p:txBody>
      </p:sp>
      <p:sp>
        <p:nvSpPr>
          <p:cNvPr id="6" name="Marcador de pie de página 5">
            <a:extLst>
              <a:ext uri="{FF2B5EF4-FFF2-40B4-BE49-F238E27FC236}">
                <a16:creationId xmlns:a16="http://schemas.microsoft.com/office/drawing/2014/main" id="{643D7CE7-FABD-36B4-343A-099F063414E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A4B1085-6A7E-F994-332B-F9D4ED7A5561}"/>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1936462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4D6CD1-97A6-41D4-28AA-B32F657DBB9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6CEF27E2-E27E-149C-BC2C-E16CF5B6ABE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05D596B-F08E-D8DC-3217-046FC78940F4}"/>
              </a:ext>
            </a:extLst>
          </p:cNvPr>
          <p:cNvSpPr>
            <a:spLocks noGrp="1"/>
          </p:cNvSpPr>
          <p:nvPr>
            <p:ph type="dt" sz="half" idx="10"/>
          </p:nvPr>
        </p:nvSpPr>
        <p:spPr/>
        <p:txBody>
          <a:bodyPr/>
          <a:lstStyle/>
          <a:p>
            <a:fld id="{270595B2-135B-48A5-BC21-28672747E2A0}" type="datetimeFigureOut">
              <a:rPr lang="es-CO" smtClean="0"/>
              <a:t>24/09/2026</a:t>
            </a:fld>
            <a:endParaRPr lang="es-CO"/>
          </a:p>
        </p:txBody>
      </p:sp>
      <p:sp>
        <p:nvSpPr>
          <p:cNvPr id="5" name="Marcador de pie de página 4">
            <a:extLst>
              <a:ext uri="{FF2B5EF4-FFF2-40B4-BE49-F238E27FC236}">
                <a16:creationId xmlns:a16="http://schemas.microsoft.com/office/drawing/2014/main" id="{F4465918-6A68-CE14-D808-1B90E20CA03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0AD175A-B95F-2937-C436-441D1C53AB3D}"/>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1085421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D52D2DB-EFA7-98E3-90EE-8EB3AA39083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3246938F-F1E8-0110-3C15-B607291B8D3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9FB93203-DCE5-F0FB-F797-60563B5BB0FE}"/>
              </a:ext>
            </a:extLst>
          </p:cNvPr>
          <p:cNvSpPr>
            <a:spLocks noGrp="1"/>
          </p:cNvSpPr>
          <p:nvPr>
            <p:ph type="dt" sz="half" idx="10"/>
          </p:nvPr>
        </p:nvSpPr>
        <p:spPr/>
        <p:txBody>
          <a:bodyPr/>
          <a:lstStyle/>
          <a:p>
            <a:fld id="{270595B2-135B-48A5-BC21-28672747E2A0}" type="datetimeFigureOut">
              <a:rPr lang="es-CO" smtClean="0"/>
              <a:t>24/09/2026</a:t>
            </a:fld>
            <a:endParaRPr lang="es-CO"/>
          </a:p>
        </p:txBody>
      </p:sp>
      <p:sp>
        <p:nvSpPr>
          <p:cNvPr id="5" name="Marcador de pie de página 4">
            <a:extLst>
              <a:ext uri="{FF2B5EF4-FFF2-40B4-BE49-F238E27FC236}">
                <a16:creationId xmlns:a16="http://schemas.microsoft.com/office/drawing/2014/main" id="{314442C7-77F8-3A9E-4D25-ED66E61FB15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7A383B7-3672-B332-2E2D-96ABBFE585EC}"/>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4158441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F5E03C0-4FF8-9B66-804E-9DB25FA25E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118E8E20-C9F3-92B2-BB3C-35445007DA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DBCDC47-BF3C-C07C-BF61-73B5ECC9B5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0595B2-135B-48A5-BC21-28672747E2A0}" type="datetimeFigureOut">
              <a:rPr lang="es-CO" smtClean="0"/>
              <a:t>24/09/2026</a:t>
            </a:fld>
            <a:endParaRPr lang="es-CO"/>
          </a:p>
        </p:txBody>
      </p:sp>
      <p:sp>
        <p:nvSpPr>
          <p:cNvPr id="5" name="Marcador de pie de página 4">
            <a:extLst>
              <a:ext uri="{FF2B5EF4-FFF2-40B4-BE49-F238E27FC236}">
                <a16:creationId xmlns:a16="http://schemas.microsoft.com/office/drawing/2014/main" id="{3E3BD969-ED41-AF96-E758-7B89E15836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14DA31B0-02B2-5B64-BD04-BA5B0FF61B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5C5FCB-2CC7-48C1-940A-19DB903A0D2B}" type="slidenum">
              <a:rPr lang="es-CO" smtClean="0"/>
              <a:t>‹Nº›</a:t>
            </a:fld>
            <a:endParaRPr lang="es-CO"/>
          </a:p>
        </p:txBody>
      </p:sp>
    </p:spTree>
    <p:extLst>
      <p:ext uri="{BB962C8B-B14F-4D97-AF65-F5344CB8AC3E}">
        <p14:creationId xmlns:p14="http://schemas.microsoft.com/office/powerpoint/2010/main" val="2073198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refactoring.guru/es/design-patterns/command"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www.tutorialesprogramacionya.com/disenosoftware/patronesdedisenogofcsharp/tema20.html"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7BFA4CA-B9E0-46E2-7D90-68EC6C9199D2}"/>
              </a:ext>
            </a:extLst>
          </p:cNvPr>
          <p:cNvSpPr txBox="1"/>
          <p:nvPr/>
        </p:nvSpPr>
        <p:spPr>
          <a:xfrm>
            <a:off x="7071261" y="2913849"/>
            <a:ext cx="2952338" cy="646331"/>
          </a:xfrm>
          <a:prstGeom prst="rect">
            <a:avLst/>
          </a:prstGeom>
          <a:noFill/>
        </p:spPr>
        <p:txBody>
          <a:bodyPr wrap="square" rtlCol="0">
            <a:spAutoFit/>
          </a:bodyPr>
          <a:lstStyle/>
          <a:p>
            <a:r>
              <a:rPr lang="es-CO" sz="3600" b="1" dirty="0">
                <a:solidFill>
                  <a:schemeClr val="accent3">
                    <a:lumMod val="75000"/>
                  </a:schemeClr>
                </a:solidFill>
                <a:latin typeface="Arial Black" panose="020B0A04020102020204" pitchFamily="34" charset="0"/>
              </a:rPr>
              <a:t>COMMAND</a:t>
            </a:r>
            <a:endParaRPr lang="es-CO" sz="3600" b="1" dirty="0">
              <a:solidFill>
                <a:schemeClr val="accent3">
                  <a:lumMod val="75000"/>
                </a:schemeClr>
              </a:solidFill>
              <a:latin typeface="Arial Black" panose="020B0A040201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E520E6A6-0A78-F7F3-8D6A-6DF0810D021B}"/>
              </a:ext>
            </a:extLst>
          </p:cNvPr>
          <p:cNvSpPr txBox="1"/>
          <p:nvPr/>
        </p:nvSpPr>
        <p:spPr>
          <a:xfrm>
            <a:off x="7399976" y="3560180"/>
            <a:ext cx="2294907" cy="369125"/>
          </a:xfrm>
          <a:prstGeom prst="rect">
            <a:avLst/>
          </a:prstGeom>
          <a:noFill/>
        </p:spPr>
        <p:txBody>
          <a:bodyPr wrap="square" rtlCol="0">
            <a:spAutoFit/>
          </a:bodyPr>
          <a:lstStyle/>
          <a:p>
            <a:r>
              <a:rPr lang="es-CO" dirty="0">
                <a:solidFill>
                  <a:schemeClr val="accent3">
                    <a:lumMod val="75000"/>
                  </a:schemeClr>
                </a:solidFill>
                <a:latin typeface="Arial" panose="020B0604020202020204" pitchFamily="34" charset="0"/>
                <a:cs typeface="Arial" panose="020B0604020202020204" pitchFamily="34" charset="0"/>
              </a:rPr>
              <a:t>Patrones de Diseño</a:t>
            </a:r>
          </a:p>
        </p:txBody>
      </p:sp>
      <p:sp>
        <p:nvSpPr>
          <p:cNvPr id="6" name="CuadroTexto 5">
            <a:extLst>
              <a:ext uri="{FF2B5EF4-FFF2-40B4-BE49-F238E27FC236}">
                <a16:creationId xmlns:a16="http://schemas.microsoft.com/office/drawing/2014/main" id="{987778F3-8D27-7038-9A7B-DC089F793344}"/>
              </a:ext>
            </a:extLst>
          </p:cNvPr>
          <p:cNvSpPr txBox="1"/>
          <p:nvPr/>
        </p:nvSpPr>
        <p:spPr>
          <a:xfrm>
            <a:off x="5549405" y="6075218"/>
            <a:ext cx="5996050" cy="369125"/>
          </a:xfrm>
          <a:prstGeom prst="rect">
            <a:avLst/>
          </a:prstGeom>
          <a:noFill/>
        </p:spPr>
        <p:txBody>
          <a:bodyPr wrap="square" rtlCol="0">
            <a:spAutoFit/>
          </a:bodyPr>
          <a:lstStyle/>
          <a:p>
            <a:pPr algn="r"/>
            <a:r>
              <a:rPr lang="es-CO" i="1" dirty="0">
                <a:solidFill>
                  <a:schemeClr val="accent3">
                    <a:lumMod val="75000"/>
                  </a:schemeClr>
                </a:solidFill>
                <a:latin typeface="Arial" panose="020B0604020202020204" pitchFamily="34" charset="0"/>
                <a:cs typeface="Arial" panose="020B0604020202020204" pitchFamily="34" charset="0"/>
              </a:rPr>
              <a:t>Isabela Osorio, Thomas Cañola | Facultad de Ingeniería</a:t>
            </a:r>
          </a:p>
        </p:txBody>
      </p:sp>
    </p:spTree>
    <p:extLst>
      <p:ext uri="{BB962C8B-B14F-4D97-AF65-F5344CB8AC3E}">
        <p14:creationId xmlns:p14="http://schemas.microsoft.com/office/powerpoint/2010/main" val="259367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5C19F30A-42D8-A2DC-4EE8-D256F8BDDDE7}"/>
              </a:ext>
            </a:extLst>
          </p:cNvPr>
          <p:cNvSpPr txBox="1"/>
          <p:nvPr/>
        </p:nvSpPr>
        <p:spPr>
          <a:xfrm>
            <a:off x="905164" y="612124"/>
            <a:ext cx="4228310" cy="646331"/>
          </a:xfrm>
          <a:prstGeom prst="rect">
            <a:avLst/>
          </a:prstGeom>
          <a:noFill/>
        </p:spPr>
        <p:txBody>
          <a:bodyPr wrap="square" rtlCol="0">
            <a:spAutoFit/>
          </a:bodyPr>
          <a:lstStyle/>
          <a:p>
            <a:r>
              <a:rPr lang="es-CO" sz="3600" b="1" dirty="0">
                <a:solidFill>
                  <a:schemeClr val="accent3">
                    <a:lumMod val="75000"/>
                  </a:schemeClr>
                </a:solidFill>
                <a:latin typeface="Arial" panose="020B0604020202020204" pitchFamily="34" charset="0"/>
                <a:cs typeface="Arial" panose="020B0604020202020204" pitchFamily="34" charset="0"/>
              </a:rPr>
              <a:t>Introducción</a:t>
            </a:r>
          </a:p>
        </p:txBody>
      </p:sp>
      <p:sp>
        <p:nvSpPr>
          <p:cNvPr id="3" name="CuadroTexto 2">
            <a:extLst>
              <a:ext uri="{FF2B5EF4-FFF2-40B4-BE49-F238E27FC236}">
                <a16:creationId xmlns:a16="http://schemas.microsoft.com/office/drawing/2014/main" id="{2F830EC3-680B-C498-6B9B-BEE0702FFBE0}"/>
              </a:ext>
            </a:extLst>
          </p:cNvPr>
          <p:cNvSpPr txBox="1"/>
          <p:nvPr/>
        </p:nvSpPr>
        <p:spPr>
          <a:xfrm>
            <a:off x="527957" y="2090172"/>
            <a:ext cx="11136085" cy="2677656"/>
          </a:xfrm>
          <a:prstGeom prst="rect">
            <a:avLst/>
          </a:prstGeom>
          <a:noFill/>
        </p:spPr>
        <p:txBody>
          <a:bodyPr wrap="square">
            <a:spAutoFit/>
          </a:bodyPr>
          <a:lstStyle/>
          <a:p>
            <a:pPr algn="just"/>
            <a:r>
              <a:rPr lang="es-CO" sz="2800" i="0" dirty="0">
                <a:solidFill>
                  <a:schemeClr val="accent3">
                    <a:lumMod val="75000"/>
                  </a:schemeClr>
                </a:solidFill>
                <a:effectLst/>
                <a:latin typeface="PT Sans" panose="020F0502020204030204" pitchFamily="34" charset="0"/>
              </a:rPr>
              <a:t>Command es un patrón de diseño de comportamiento que convierte una solicitud en un objeto independiente que contiene toda la información sobre la solicitud. Esta transformación te permite parametrizar los métodos con diferentes solicitudes, retrasar o poner en cola la ejecución de una solicitud y soportar operaciones que no se pueden realizar.</a:t>
            </a:r>
            <a:endParaRPr lang="en-US" sz="2800" dirty="0">
              <a:solidFill>
                <a:schemeClr val="accent3">
                  <a:lumMod val="75000"/>
                </a:schemeClr>
              </a:solidFill>
            </a:endParaRPr>
          </a:p>
        </p:txBody>
      </p:sp>
    </p:spTree>
    <p:extLst>
      <p:ext uri="{BB962C8B-B14F-4D97-AF65-F5344CB8AC3E}">
        <p14:creationId xmlns:p14="http://schemas.microsoft.com/office/powerpoint/2010/main" val="2612851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D8419F5-F7AA-3295-505E-D923FC4EBEDC}"/>
              </a:ext>
            </a:extLst>
          </p:cNvPr>
          <p:cNvSpPr txBox="1"/>
          <p:nvPr/>
        </p:nvSpPr>
        <p:spPr>
          <a:xfrm>
            <a:off x="905164" y="612124"/>
            <a:ext cx="3035465" cy="646331"/>
          </a:xfrm>
          <a:prstGeom prst="rect">
            <a:avLst/>
          </a:prstGeom>
          <a:noFill/>
        </p:spPr>
        <p:txBody>
          <a:bodyPr wrap="square" rtlCol="0">
            <a:spAutoFit/>
          </a:bodyPr>
          <a:lstStyle/>
          <a:p>
            <a:r>
              <a:rPr lang="es-CO" sz="3600" b="1" dirty="0">
                <a:solidFill>
                  <a:schemeClr val="accent3">
                    <a:lumMod val="75000"/>
                  </a:schemeClr>
                </a:solidFill>
                <a:latin typeface="Arial" panose="020B0604020202020204" pitchFamily="34" charset="0"/>
                <a:cs typeface="Arial" panose="020B0604020202020204" pitchFamily="34" charset="0"/>
              </a:rPr>
              <a:t>Explicación</a:t>
            </a:r>
          </a:p>
        </p:txBody>
      </p:sp>
      <p:sp>
        <p:nvSpPr>
          <p:cNvPr id="3" name="CuadroTexto 2">
            <a:extLst>
              <a:ext uri="{FF2B5EF4-FFF2-40B4-BE49-F238E27FC236}">
                <a16:creationId xmlns:a16="http://schemas.microsoft.com/office/drawing/2014/main" id="{1853E88A-8F06-C75D-E6D3-AD62A7A45651}"/>
              </a:ext>
            </a:extLst>
          </p:cNvPr>
          <p:cNvSpPr txBox="1"/>
          <p:nvPr/>
        </p:nvSpPr>
        <p:spPr>
          <a:xfrm>
            <a:off x="658586" y="1628508"/>
            <a:ext cx="11136085" cy="1569660"/>
          </a:xfrm>
          <a:prstGeom prst="rect">
            <a:avLst/>
          </a:prstGeom>
          <a:noFill/>
        </p:spPr>
        <p:txBody>
          <a:bodyPr wrap="square">
            <a:spAutoFit/>
          </a:bodyPr>
          <a:lstStyle/>
          <a:p>
            <a:pPr algn="just"/>
            <a:r>
              <a:rPr lang="es-CO" sz="2400" dirty="0">
                <a:solidFill>
                  <a:schemeClr val="accent3">
                    <a:lumMod val="75000"/>
                  </a:schemeClr>
                </a:solidFill>
              </a:rPr>
              <a:t>El patrón Command encapsula una petición como un objeto, permitiendo parametrizar emisores, encolar operaciones, registrar historiales y deshacer acciones. El comportamiento se separa de quien lo invoca, habilitando que una misma interfaz dispare comandos distintos según la configuración o el contexto.</a:t>
            </a:r>
            <a:endParaRPr lang="en-US" sz="2400" dirty="0">
              <a:solidFill>
                <a:schemeClr val="accent3">
                  <a:lumMod val="75000"/>
                </a:schemeClr>
              </a:solidFill>
            </a:endParaRPr>
          </a:p>
        </p:txBody>
      </p:sp>
      <p:pic>
        <p:nvPicPr>
          <p:cNvPr id="5" name="Imagen 4">
            <a:extLst>
              <a:ext uri="{FF2B5EF4-FFF2-40B4-BE49-F238E27FC236}">
                <a16:creationId xmlns:a16="http://schemas.microsoft.com/office/drawing/2014/main" id="{CF1C11BE-578D-C7DD-D97F-00B5A66C4FBD}"/>
              </a:ext>
            </a:extLst>
          </p:cNvPr>
          <p:cNvPicPr>
            <a:picLocks noChangeAspect="1"/>
          </p:cNvPicPr>
          <p:nvPr/>
        </p:nvPicPr>
        <p:blipFill>
          <a:blip r:embed="rId3"/>
          <a:stretch>
            <a:fillRect/>
          </a:stretch>
        </p:blipFill>
        <p:spPr>
          <a:xfrm>
            <a:off x="3505259" y="3429000"/>
            <a:ext cx="5442737" cy="2685774"/>
          </a:xfrm>
          <a:prstGeom prst="rect">
            <a:avLst/>
          </a:prstGeom>
        </p:spPr>
      </p:pic>
    </p:spTree>
    <p:extLst>
      <p:ext uri="{BB962C8B-B14F-4D97-AF65-F5344CB8AC3E}">
        <p14:creationId xmlns:p14="http://schemas.microsoft.com/office/powerpoint/2010/main" val="336799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7879105-55EC-C5B1-EE21-1AA1DCCDDB46}"/>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B3704448-0E4D-5078-B8A1-8B4CFE784D62}"/>
              </a:ext>
            </a:extLst>
          </p:cNvPr>
          <p:cNvSpPr txBox="1"/>
          <p:nvPr/>
        </p:nvSpPr>
        <p:spPr>
          <a:xfrm>
            <a:off x="905164" y="612124"/>
            <a:ext cx="6089194" cy="646331"/>
          </a:xfrm>
          <a:prstGeom prst="rect">
            <a:avLst/>
          </a:prstGeom>
          <a:noFill/>
        </p:spPr>
        <p:txBody>
          <a:bodyPr wrap="square" rtlCol="0">
            <a:spAutoFit/>
          </a:bodyPr>
          <a:lstStyle/>
          <a:p>
            <a:r>
              <a:rPr lang="es-CO" sz="3600" b="1" dirty="0">
                <a:solidFill>
                  <a:schemeClr val="accent3">
                    <a:lumMod val="75000"/>
                  </a:schemeClr>
                </a:solidFill>
                <a:latin typeface="Arial" panose="020B0604020202020204" pitchFamily="34" charset="0"/>
                <a:cs typeface="Arial" panose="020B0604020202020204" pitchFamily="34" charset="0"/>
              </a:rPr>
              <a:t>Problema y contexto</a:t>
            </a:r>
          </a:p>
        </p:txBody>
      </p:sp>
      <p:sp>
        <p:nvSpPr>
          <p:cNvPr id="5" name="CuadroTexto 4">
            <a:extLst>
              <a:ext uri="{FF2B5EF4-FFF2-40B4-BE49-F238E27FC236}">
                <a16:creationId xmlns:a16="http://schemas.microsoft.com/office/drawing/2014/main" id="{41314DCA-441C-CDFB-280E-D3680F502907}"/>
              </a:ext>
            </a:extLst>
          </p:cNvPr>
          <p:cNvSpPr txBox="1"/>
          <p:nvPr/>
        </p:nvSpPr>
        <p:spPr>
          <a:xfrm>
            <a:off x="752764" y="1393486"/>
            <a:ext cx="10686472" cy="1938992"/>
          </a:xfrm>
          <a:prstGeom prst="rect">
            <a:avLst/>
          </a:prstGeom>
          <a:noFill/>
        </p:spPr>
        <p:txBody>
          <a:bodyPr wrap="square" rtlCol="0">
            <a:spAutoFit/>
          </a:bodyPr>
          <a:lstStyle/>
          <a:p>
            <a:pPr algn="just"/>
            <a:r>
              <a:rPr lang="es-CO" sz="2400" dirty="0">
                <a:solidFill>
                  <a:schemeClr val="accent3">
                    <a:lumMod val="75000"/>
                  </a:schemeClr>
                </a:solidFill>
              </a:rPr>
              <a:t>Sin Command, los emisores (botones, menús, trabajos programados) conocen directamente al receptor y su implementación concreta. Esto genera acoplamientos rígidos, duplicación de lógica y dificulta la extensión. Además, almacenar historial para deshacer o reproducir acciones se vuelve complejo cuando los comandos no son objetos de primera clase.</a:t>
            </a:r>
          </a:p>
        </p:txBody>
      </p:sp>
      <p:pic>
        <p:nvPicPr>
          <p:cNvPr id="11" name="Imagen 10">
            <a:extLst>
              <a:ext uri="{FF2B5EF4-FFF2-40B4-BE49-F238E27FC236}">
                <a16:creationId xmlns:a16="http://schemas.microsoft.com/office/drawing/2014/main" id="{FC3D520B-70A9-A42D-6169-FDB55B715114}"/>
              </a:ext>
            </a:extLst>
          </p:cNvPr>
          <p:cNvPicPr>
            <a:picLocks noChangeAspect="1"/>
          </p:cNvPicPr>
          <p:nvPr/>
        </p:nvPicPr>
        <p:blipFill>
          <a:blip r:embed="rId3"/>
          <a:stretch>
            <a:fillRect/>
          </a:stretch>
        </p:blipFill>
        <p:spPr>
          <a:xfrm>
            <a:off x="349993" y="3973832"/>
            <a:ext cx="2291490" cy="1632197"/>
          </a:xfrm>
          <a:prstGeom prst="rect">
            <a:avLst/>
          </a:prstGeom>
        </p:spPr>
      </p:pic>
      <p:pic>
        <p:nvPicPr>
          <p:cNvPr id="13" name="Imagen 12">
            <a:extLst>
              <a:ext uri="{FF2B5EF4-FFF2-40B4-BE49-F238E27FC236}">
                <a16:creationId xmlns:a16="http://schemas.microsoft.com/office/drawing/2014/main" id="{2504324A-D1E5-FE2A-F392-5F9AB1485B38}"/>
              </a:ext>
            </a:extLst>
          </p:cNvPr>
          <p:cNvPicPr>
            <a:picLocks noChangeAspect="1"/>
          </p:cNvPicPr>
          <p:nvPr/>
        </p:nvPicPr>
        <p:blipFill>
          <a:blip r:embed="rId4"/>
          <a:stretch>
            <a:fillRect/>
          </a:stretch>
        </p:blipFill>
        <p:spPr>
          <a:xfrm>
            <a:off x="3058568" y="3974047"/>
            <a:ext cx="3037432" cy="1632197"/>
          </a:xfrm>
          <a:prstGeom prst="rect">
            <a:avLst/>
          </a:prstGeom>
        </p:spPr>
      </p:pic>
      <p:pic>
        <p:nvPicPr>
          <p:cNvPr id="15" name="Imagen 14">
            <a:extLst>
              <a:ext uri="{FF2B5EF4-FFF2-40B4-BE49-F238E27FC236}">
                <a16:creationId xmlns:a16="http://schemas.microsoft.com/office/drawing/2014/main" id="{41B749A2-6223-355D-37DD-6BAB670EFC44}"/>
              </a:ext>
            </a:extLst>
          </p:cNvPr>
          <p:cNvPicPr>
            <a:picLocks noChangeAspect="1"/>
          </p:cNvPicPr>
          <p:nvPr/>
        </p:nvPicPr>
        <p:blipFill>
          <a:blip r:embed="rId5"/>
          <a:stretch>
            <a:fillRect/>
          </a:stretch>
        </p:blipFill>
        <p:spPr>
          <a:xfrm>
            <a:off x="6513085" y="3973832"/>
            <a:ext cx="5406191" cy="1632197"/>
          </a:xfrm>
          <a:prstGeom prst="rect">
            <a:avLst/>
          </a:prstGeom>
        </p:spPr>
      </p:pic>
    </p:spTree>
    <p:extLst>
      <p:ext uri="{BB962C8B-B14F-4D97-AF65-F5344CB8AC3E}">
        <p14:creationId xmlns:p14="http://schemas.microsoft.com/office/powerpoint/2010/main" val="1587966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11F468F-F263-C8C3-E4E5-303A80CF2137}"/>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64C69B50-29DE-CFED-0866-B1A4365B649D}"/>
              </a:ext>
            </a:extLst>
          </p:cNvPr>
          <p:cNvSpPr txBox="1"/>
          <p:nvPr/>
        </p:nvSpPr>
        <p:spPr>
          <a:xfrm>
            <a:off x="752764" y="242010"/>
            <a:ext cx="6089194" cy="646331"/>
          </a:xfrm>
          <a:prstGeom prst="rect">
            <a:avLst/>
          </a:prstGeom>
          <a:noFill/>
        </p:spPr>
        <p:txBody>
          <a:bodyPr wrap="square" rtlCol="0">
            <a:spAutoFit/>
          </a:bodyPr>
          <a:lstStyle/>
          <a:p>
            <a:r>
              <a:rPr lang="es-CO" sz="3600" b="1">
                <a:solidFill>
                  <a:schemeClr val="accent3">
                    <a:lumMod val="75000"/>
                  </a:schemeClr>
                </a:solidFill>
                <a:latin typeface="Arial" panose="020B0604020202020204" pitchFamily="34" charset="0"/>
                <a:cs typeface="Arial" panose="020B0604020202020204" pitchFamily="34" charset="0"/>
              </a:rPr>
              <a:t>Estructura UML</a:t>
            </a:r>
            <a:endParaRPr lang="es-CO" sz="3600" b="1" dirty="0">
              <a:solidFill>
                <a:schemeClr val="accent3">
                  <a:lumMod val="75000"/>
                </a:schemeClr>
              </a:solidFill>
              <a:latin typeface="Arial" panose="020B0604020202020204" pitchFamily="34" charset="0"/>
              <a:cs typeface="Arial" panose="020B0604020202020204" pitchFamily="34" charset="0"/>
            </a:endParaRPr>
          </a:p>
        </p:txBody>
      </p:sp>
      <p:pic>
        <p:nvPicPr>
          <p:cNvPr id="3" name="Imagen 2">
            <a:extLst>
              <a:ext uri="{FF2B5EF4-FFF2-40B4-BE49-F238E27FC236}">
                <a16:creationId xmlns:a16="http://schemas.microsoft.com/office/drawing/2014/main" id="{AE922064-F9CC-9140-3F55-CFB10386A2A7}"/>
              </a:ext>
            </a:extLst>
          </p:cNvPr>
          <p:cNvPicPr>
            <a:picLocks noChangeAspect="1"/>
          </p:cNvPicPr>
          <p:nvPr/>
        </p:nvPicPr>
        <p:blipFill>
          <a:blip r:embed="rId3"/>
          <a:stretch>
            <a:fillRect/>
          </a:stretch>
        </p:blipFill>
        <p:spPr>
          <a:xfrm>
            <a:off x="2297710" y="888341"/>
            <a:ext cx="7596579" cy="5191535"/>
          </a:xfrm>
          <a:prstGeom prst="rect">
            <a:avLst/>
          </a:prstGeom>
        </p:spPr>
      </p:pic>
    </p:spTree>
    <p:extLst>
      <p:ext uri="{BB962C8B-B14F-4D97-AF65-F5344CB8AC3E}">
        <p14:creationId xmlns:p14="http://schemas.microsoft.com/office/powerpoint/2010/main" val="3978944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DB50D9E-7A2D-F3BE-98D6-69467AE93B02}"/>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2A8437C8-064B-1C89-DEA4-FB64528FE8FF}"/>
              </a:ext>
            </a:extLst>
          </p:cNvPr>
          <p:cNvSpPr txBox="1"/>
          <p:nvPr/>
        </p:nvSpPr>
        <p:spPr>
          <a:xfrm>
            <a:off x="905164" y="612124"/>
            <a:ext cx="8303004" cy="646331"/>
          </a:xfrm>
          <a:prstGeom prst="rect">
            <a:avLst/>
          </a:prstGeom>
          <a:noFill/>
        </p:spPr>
        <p:txBody>
          <a:bodyPr wrap="square" rtlCol="0">
            <a:spAutoFit/>
          </a:bodyPr>
          <a:lstStyle/>
          <a:p>
            <a:r>
              <a:rPr lang="es-CO" sz="3600" b="1" dirty="0">
                <a:solidFill>
                  <a:schemeClr val="accent3">
                    <a:lumMod val="75000"/>
                  </a:schemeClr>
                </a:solidFill>
                <a:latin typeface="Arial" panose="020B0604020202020204" pitchFamily="34" charset="0"/>
                <a:cs typeface="Arial" panose="020B0604020202020204" pitchFamily="34" charset="0"/>
              </a:rPr>
              <a:t>Escenario y Solución</a:t>
            </a:r>
          </a:p>
        </p:txBody>
      </p:sp>
      <p:sp>
        <p:nvSpPr>
          <p:cNvPr id="5" name="CuadroTexto 4">
            <a:extLst>
              <a:ext uri="{FF2B5EF4-FFF2-40B4-BE49-F238E27FC236}">
                <a16:creationId xmlns:a16="http://schemas.microsoft.com/office/drawing/2014/main" id="{4D7A28F3-511B-F9E8-8AE6-4931DABCF9B0}"/>
              </a:ext>
            </a:extLst>
          </p:cNvPr>
          <p:cNvSpPr txBox="1"/>
          <p:nvPr/>
        </p:nvSpPr>
        <p:spPr>
          <a:xfrm>
            <a:off x="905164" y="1540378"/>
            <a:ext cx="10686472" cy="3970318"/>
          </a:xfrm>
          <a:prstGeom prst="rect">
            <a:avLst/>
          </a:prstGeom>
          <a:noFill/>
        </p:spPr>
        <p:txBody>
          <a:bodyPr wrap="square" rtlCol="0">
            <a:spAutoFit/>
          </a:bodyPr>
          <a:lstStyle/>
          <a:p>
            <a:pPr algn="just"/>
            <a:r>
              <a:rPr lang="es-CO" sz="2800" dirty="0">
                <a:solidFill>
                  <a:schemeClr val="accent3">
                    <a:lumMod val="75000"/>
                  </a:schemeClr>
                </a:solidFill>
              </a:rPr>
              <a:t>Imaginemos un </a:t>
            </a:r>
            <a:r>
              <a:rPr lang="es-CO" sz="2800" dirty="0" err="1">
                <a:solidFill>
                  <a:schemeClr val="accent3">
                    <a:lumMod val="75000"/>
                  </a:schemeClr>
                </a:solidFill>
              </a:rPr>
              <a:t>hub</a:t>
            </a:r>
            <a:r>
              <a:rPr lang="es-CO" sz="2800" dirty="0">
                <a:solidFill>
                  <a:schemeClr val="accent3">
                    <a:lumMod val="75000"/>
                  </a:schemeClr>
                </a:solidFill>
              </a:rPr>
              <a:t> domótico que centraliza luces, persianas y climatización. Los usuarios crean rutinas que combinan acciones (encender luces, ajustar temperatura, bajar persianas). Además, el sistema debe permitir deshacer la última rutina ejecutada y programar comandos para horarios futuros.</a:t>
            </a:r>
          </a:p>
          <a:p>
            <a:pPr algn="just"/>
            <a:r>
              <a:rPr lang="es-CO" sz="2800" dirty="0">
                <a:solidFill>
                  <a:schemeClr val="accent3">
                    <a:lumMod val="75000"/>
                  </a:schemeClr>
                </a:solidFill>
              </a:rPr>
              <a:t>Command es ideal: cada acción se encapsula como un objeto que conoce a su dispositivo receptor. El </a:t>
            </a:r>
            <a:r>
              <a:rPr lang="es-CO" sz="2800" dirty="0" err="1">
                <a:solidFill>
                  <a:schemeClr val="accent3">
                    <a:lumMod val="75000"/>
                  </a:schemeClr>
                </a:solidFill>
              </a:rPr>
              <a:t>hub</a:t>
            </a:r>
            <a:r>
              <a:rPr lang="es-CO" sz="2800" dirty="0">
                <a:solidFill>
                  <a:schemeClr val="accent3">
                    <a:lumMod val="75000"/>
                  </a:schemeClr>
                </a:solidFill>
              </a:rPr>
              <a:t> actúa como invocador, registra el historial y admite que nuevas rutinas se construyan combinando comandos existentes o personalizados.</a:t>
            </a:r>
          </a:p>
        </p:txBody>
      </p:sp>
    </p:spTree>
    <p:extLst>
      <p:ext uri="{BB962C8B-B14F-4D97-AF65-F5344CB8AC3E}">
        <p14:creationId xmlns:p14="http://schemas.microsoft.com/office/powerpoint/2010/main" val="3466695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B15F04A-3C9F-699C-FBE9-18E567C7EA72}"/>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583FBDEA-47B6-885C-3426-9E398BBDC5C6}"/>
              </a:ext>
            </a:extLst>
          </p:cNvPr>
          <p:cNvSpPr txBox="1"/>
          <p:nvPr/>
        </p:nvSpPr>
        <p:spPr>
          <a:xfrm>
            <a:off x="2112940" y="3105834"/>
            <a:ext cx="7966120" cy="646331"/>
          </a:xfrm>
          <a:prstGeom prst="rect">
            <a:avLst/>
          </a:prstGeom>
          <a:noFill/>
        </p:spPr>
        <p:txBody>
          <a:bodyPr wrap="square" rtlCol="0">
            <a:spAutoFit/>
          </a:bodyPr>
          <a:lstStyle/>
          <a:p>
            <a:pPr algn="ctr"/>
            <a:r>
              <a:rPr lang="es-CO" sz="3600" b="1" dirty="0">
                <a:solidFill>
                  <a:schemeClr val="accent3">
                    <a:lumMod val="75000"/>
                  </a:schemeClr>
                </a:solidFill>
                <a:latin typeface="Arial" panose="020B0604020202020204" pitchFamily="34" charset="0"/>
                <a:cs typeface="Arial" panose="020B0604020202020204" pitchFamily="34" charset="0"/>
              </a:rPr>
              <a:t>Código y explicación</a:t>
            </a:r>
          </a:p>
        </p:txBody>
      </p:sp>
    </p:spTree>
    <p:extLst>
      <p:ext uri="{BB962C8B-B14F-4D97-AF65-F5344CB8AC3E}">
        <p14:creationId xmlns:p14="http://schemas.microsoft.com/office/powerpoint/2010/main" val="1793691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007EE1B-0F05-689A-4257-3DE773A40927}"/>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3BB6E5DC-E896-2057-600E-DCBDBDBAB2BC}"/>
              </a:ext>
            </a:extLst>
          </p:cNvPr>
          <p:cNvSpPr txBox="1"/>
          <p:nvPr/>
        </p:nvSpPr>
        <p:spPr>
          <a:xfrm>
            <a:off x="905164" y="612124"/>
            <a:ext cx="8303004" cy="646331"/>
          </a:xfrm>
          <a:prstGeom prst="rect">
            <a:avLst/>
          </a:prstGeom>
          <a:noFill/>
        </p:spPr>
        <p:txBody>
          <a:bodyPr wrap="square" rtlCol="0">
            <a:spAutoFit/>
          </a:bodyPr>
          <a:lstStyle/>
          <a:p>
            <a:r>
              <a:rPr lang="es-CO" sz="3600" b="1" dirty="0">
                <a:solidFill>
                  <a:schemeClr val="accent3">
                    <a:lumMod val="75000"/>
                  </a:schemeClr>
                </a:solidFill>
                <a:latin typeface="Arial" panose="020B0604020202020204" pitchFamily="34" charset="0"/>
                <a:cs typeface="Arial" panose="020B0604020202020204" pitchFamily="34" charset="0"/>
              </a:rPr>
              <a:t>Referencias</a:t>
            </a:r>
          </a:p>
        </p:txBody>
      </p:sp>
      <p:sp>
        <p:nvSpPr>
          <p:cNvPr id="5" name="CuadroTexto 4">
            <a:extLst>
              <a:ext uri="{FF2B5EF4-FFF2-40B4-BE49-F238E27FC236}">
                <a16:creationId xmlns:a16="http://schemas.microsoft.com/office/drawing/2014/main" id="{2B10628E-8A75-F831-E4F1-68ADD4F1C4B4}"/>
              </a:ext>
            </a:extLst>
          </p:cNvPr>
          <p:cNvSpPr txBox="1"/>
          <p:nvPr/>
        </p:nvSpPr>
        <p:spPr>
          <a:xfrm>
            <a:off x="752764" y="2521059"/>
            <a:ext cx="10686472" cy="1815882"/>
          </a:xfrm>
          <a:prstGeom prst="rect">
            <a:avLst/>
          </a:prstGeom>
          <a:noFill/>
        </p:spPr>
        <p:txBody>
          <a:bodyPr wrap="square" rtlCol="0">
            <a:spAutoFit/>
          </a:bodyPr>
          <a:lstStyle/>
          <a:p>
            <a:pPr marL="457200" indent="-457200" algn="just">
              <a:buFont typeface="Arial" panose="020B0604020202020204" pitchFamily="34" charset="0"/>
              <a:buChar char="•"/>
            </a:pPr>
            <a:r>
              <a:rPr lang="es-CO" sz="2800" dirty="0">
                <a:solidFill>
                  <a:schemeClr val="accent3">
                    <a:lumMod val="75000"/>
                  </a:schemeClr>
                </a:solidFill>
                <a:hlinkClick r:id="rId3"/>
              </a:rPr>
              <a:t>https://refactoring.guru/es/design-patterns/command</a:t>
            </a:r>
            <a:endParaRPr lang="es-CO" sz="2800" dirty="0">
              <a:solidFill>
                <a:schemeClr val="accent3">
                  <a:lumMod val="75000"/>
                </a:schemeClr>
              </a:solidFill>
            </a:endParaRPr>
          </a:p>
          <a:p>
            <a:pPr marL="457200" indent="-457200" algn="just">
              <a:buFont typeface="Arial" panose="020B0604020202020204" pitchFamily="34" charset="0"/>
              <a:buChar char="•"/>
            </a:pPr>
            <a:endParaRPr lang="es-CO" sz="2800" dirty="0">
              <a:solidFill>
                <a:schemeClr val="accent3">
                  <a:lumMod val="75000"/>
                </a:schemeClr>
              </a:solidFill>
            </a:endParaRPr>
          </a:p>
          <a:p>
            <a:pPr marL="457200" indent="-457200" algn="just">
              <a:buFont typeface="Arial" panose="020B0604020202020204" pitchFamily="34" charset="0"/>
              <a:buChar char="•"/>
            </a:pPr>
            <a:r>
              <a:rPr lang="es-CO" sz="2800" dirty="0">
                <a:solidFill>
                  <a:schemeClr val="accent3">
                    <a:lumMod val="75000"/>
                  </a:schemeClr>
                </a:solidFill>
                <a:hlinkClick r:id="rId4"/>
              </a:rPr>
              <a:t>https://www.tutorialesprogramacionya.com/disenosoftware/patronesdedisenogofcsharp/tema20.html</a:t>
            </a:r>
            <a:endParaRPr lang="es-CO" sz="2800" dirty="0">
              <a:solidFill>
                <a:schemeClr val="accent3">
                  <a:lumMod val="75000"/>
                </a:schemeClr>
              </a:solidFill>
            </a:endParaRPr>
          </a:p>
        </p:txBody>
      </p:sp>
    </p:spTree>
    <p:extLst>
      <p:ext uri="{BB962C8B-B14F-4D97-AF65-F5344CB8AC3E}">
        <p14:creationId xmlns:p14="http://schemas.microsoft.com/office/powerpoint/2010/main" val="2625267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736016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420</TotalTime>
  <Words>299</Words>
  <Application>Microsoft Office PowerPoint</Application>
  <PresentationFormat>Panorámica</PresentationFormat>
  <Paragraphs>18</Paragraphs>
  <Slides>9</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9</vt:i4>
      </vt:variant>
    </vt:vector>
  </HeadingPairs>
  <TitlesOfParts>
    <vt:vector size="15" baseType="lpstr">
      <vt:lpstr>Aptos</vt:lpstr>
      <vt:lpstr>Aptos Display</vt:lpstr>
      <vt:lpstr>Arial</vt:lpstr>
      <vt:lpstr>Arial Black</vt:lpstr>
      <vt:lpstr>PT Sans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Mariana Correa Ramirez</dc:creator>
  <cp:lastModifiedBy>Thomas Cañola</cp:lastModifiedBy>
  <cp:revision>3</cp:revision>
  <dcterms:created xsi:type="dcterms:W3CDTF">2026-01-14T13:42:52Z</dcterms:created>
  <dcterms:modified xsi:type="dcterms:W3CDTF">2026-09-24T13:14:57Z</dcterms:modified>
</cp:coreProperties>
</file>